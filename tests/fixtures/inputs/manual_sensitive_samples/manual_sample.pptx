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機密情報マスキングテスト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00000"/>
            <a:ext cx="8000000" cy="2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機密情報マスキングテスト</a:t>
            </a:r>
          </a:p>
          <a:p>
            <a:r>
              <a:t>担当者: 増田</a:t>
            </a:r>
          </a:p>
          <a:p>
            <a:r>
              <a:t>所属: ＴＩ推</a:t>
            </a:r>
          </a:p>
          <a:p>
            <a:r>
              <a:t>担当コード: HAND趙</a:t>
            </a:r>
          </a:p>
          <a:p>
            <a:r>
              <a:t>電話番号: 0125-74-2111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