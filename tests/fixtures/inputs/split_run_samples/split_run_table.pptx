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0"/>
          <a:ext cx="400000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000"/>
              </a:tblGrid>
              <a:tr h="1000000">
                <a:tc>
                  <a:txBody>
                    <a:bodyPr/>
                    <a:lstStyle/>
                    <a:p>
                      <a:r>
                        <a:t>取引先: </a:t>
                      </a:r>
                      <a:r>
                        <a:rPr b="1" i="1" sz="1600">
                          <a:solidFill>
                            <a:srgbClr val="123456"/>
                          </a:solidFill>
                        </a:rPr>
                        <a:t>Technologies</a:t>
                      </a:r>
                      <a:r>
                        <a:rPr b="0" i="0" sz="900">
                          <a:solidFill>
                            <a:srgbClr val="AA2222"/>
                          </a:solidFill>
                        </a:rPr>
                        <a:t>, Inc.</a:t>
                      </a:r>
                      <a:r>
                        <a:t> / 完了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