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4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取引先: </a:t>
            </a:r>
            <a:r>
              <a:rPr b="1" i="1" sz="1600">
                <a:solidFill>
                  <a:srgbClr val="123456"/>
                </a:solidFill>
              </a:rPr>
              <a:t>Technologies</a:t>
            </a:r>
            <a:r>
              <a:rPr b="0" i="0" sz="900">
                <a:solidFill>
                  <a:srgbClr val="AA2222"/>
                </a:solidFill>
              </a:rPr>
              <a:t>, Inc.</a:t>
            </a:r>
            <a:r>
              <a:t> / 完了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